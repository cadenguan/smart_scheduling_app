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Ax7QDyln2Mh1nx0lazKU2lrsm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6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30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30" y="2174876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2" y="273051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2" y="1435105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0" y="6858000"/>
            <a:ext cx="9144000" cy="46038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7143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idx="1" type="body"/>
          </p:nvPr>
        </p:nvSpPr>
        <p:spPr>
          <a:xfrm>
            <a:off x="457200" y="1866813"/>
            <a:ext cx="8229600" cy="4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Smart Scheduling App Team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Product Owner: Caden Guan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Scrum Master: Rotating role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Team Members: Abizer Varawala, Siva Senthil Kumar, Junyu Chen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>
            <p:ph type="title"/>
          </p:nvPr>
        </p:nvSpPr>
        <p:spPr>
          <a:xfrm>
            <a:off x="457200" y="547705"/>
            <a:ext cx="822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Smart Scheduling App 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October 14, 2026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&amp; Opportunity 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385775" y="1595450"/>
            <a:ext cx="8229600" cy="4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UCSC students often need to balance course requirements, prerequisites, personal preferences, and time constraints when planning a quarter.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Current planning usually requires checking multiple sources and manually comparing schedules.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Our app aims to simplify this process by collecting student preferences and generating a personalized, adjustable schedule in one place.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369225"/>
            <a:ext cx="8229600" cy="4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Build an interactive scheduling assistant for UCSC students.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Collect students’ degree status, preferences, and scheduling constraints.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Generate personalized and adjustable quarter schedules.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Provide a clear calendar that can eventually be exported to external calendar apps.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1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First-time users are greeted with an onboarding questionnaire.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Users can preview a calendar before finalizing a schedule.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All main interface buttons and navigation should be functional.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Optional onboarding questions can be skipped and completed later.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Infrastructure Tasks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Set up the React + Vite + Tailwind frontend.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Set up the FastAPI backend and SQLite database.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Implement authentication and user-session handling.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Persist user profile and onboarding progress.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Explore authentication approach and session-token design.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Explore database structure for local user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>
            <p:ph type="title"/>
          </p:nvPr>
        </p:nvSpPr>
        <p:spPr>
          <a:xfrm>
            <a:off x="6096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2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Coherent agent responses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First-time user greeting and guidance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Persistent user memory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Explainable recommendations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Agent API integration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Persistent profile/conversation state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Initial agent service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Agent framework and memory design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Recommendation explanation strategy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>
            <p:ph type="title"/>
          </p:nvPr>
        </p:nvSpPr>
        <p:spPr>
          <a:xfrm>
            <a:off x="489857" y="60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3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Update preferences without restarting the conversation.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Receive alternatives when a plan feels too demanding.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See the impact of dropping a course.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Detect infeasible plans when constraints conflict.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Find the shortest prerequisite path to a target course.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Receive justifiable agent responses.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Add schedule-adjustment and constraint-handling logic.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Integrate prerequisite and dependency data.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Support dynamic plan updates based on user changes.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Explore conflict-resolution strategies.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Explore prerequisite-path generation.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>
            <p:ph type="title"/>
          </p:nvPr>
        </p:nvSpPr>
        <p:spPr>
          <a:xfrm>
            <a:off x="489857" y="60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4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Make the calendar format clear and user-friendly.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Improve the visual design of the interface.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Add all-day deadline events with reminders.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Add calendar export support.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Finalize UI integration and end-to-end flow.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Fix integration issues and prepare the final demo.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Explore calendar export and reminder behavior.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Evaluate final usability improvements.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>
            <p:ph type="title"/>
          </p:nvPr>
        </p:nvSpPr>
        <p:spPr>
          <a:xfrm>
            <a:off x="-105200" y="76275"/>
            <a:ext cx="82296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788920" y="1554480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+ Vite + Tailwind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/ Onboarding / Calendar Preview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788920" y="3035808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/ Profile / Progress / Validation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788920" y="4517136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/ Sessions / Onboarding Progress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3817620" y="239572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5166360" y="24323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3817620" y="387705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533395" y="563419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1: Local-first; agent and external APIs are out of scope.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Vite, Tailwind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Python, FastAPI, Pydantic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SQLite, SQLAlchemy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hashing and session tokens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pytest, Vitest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 Sprint: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 agent integration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>
            <p:ph type="title"/>
          </p:nvPr>
        </p:nvSpPr>
        <p:spPr>
          <a:xfrm>
            <a:off x="609600" y="1038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Challenges/Risks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complexity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features across four sprints may lead to scope creep.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reliability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must be coherent and justifiable.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accuracy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 course or prerequisite data can lead to poor schedules.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risk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Frontend, backend, database, and future agent components must work together.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Minimum Viable Product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(MVP)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457200" y="1601924"/>
            <a:ext cx="8229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successful MVP allows a UCSC student to create a profile, enter basic preferences, receive a schedule recommendation, and preview the result.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functionality includes: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signup and login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Onboarding questionnaire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Saved user preferences and progress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Calendar preview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Coherent schedule recommendation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adjust preferences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2008-09-30T23:31:36Z</dcterms:created>
  <dc:creator>drecept</dc:creator>
</cp:coreProperties>
</file>