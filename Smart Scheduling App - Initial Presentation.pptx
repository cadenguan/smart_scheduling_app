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Ax7QDyln2Mh1nx0lazKU2lrsm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6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30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30" y="2174876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2" y="273051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2" y="1435105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flipH="1" rot="10800000">
            <a:off x="0" y="6858000"/>
            <a:ext cx="9144000" cy="46038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7143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>
            <p:ph idx="1" type="body"/>
          </p:nvPr>
        </p:nvSpPr>
        <p:spPr>
          <a:xfrm>
            <a:off x="457200" y="1866813"/>
            <a:ext cx="8229600" cy="4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Smart Scheduling App Team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Product Owner: Caden Guan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Scrum Master: Rotating role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Team Members: Abizer Varawala, Siva Senthil Kumar, Junyu Chen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/>
          <p:nvPr>
            <p:ph type="title"/>
          </p:nvPr>
        </p:nvSpPr>
        <p:spPr>
          <a:xfrm>
            <a:off x="457200" y="547705"/>
            <a:ext cx="8229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Smart Scheduling App </a:t>
            </a:r>
            <a:b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October 14, 2026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>
            <p:ph type="title"/>
          </p:nvPr>
        </p:nvSpPr>
        <p:spPr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Problem &amp; Opportunity 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385775" y="1595450"/>
            <a:ext cx="8229600" cy="4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-3032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UCSC students often need to balance course requirements, prerequisites, personal preferences, and time constraints when planning a quarter.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2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Current planning usually requires checking multiple sources and manually comparing schedules.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2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Our app aims to simplify this process by collecting student preferences and generating a personalized, adjustable schedule in one place.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>
            <p:ph type="title"/>
          </p:nvPr>
        </p:nvSpPr>
        <p:spPr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Project Scope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457200" y="1369225"/>
            <a:ext cx="8229600" cy="4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-3159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Build an interactive scheduling assistant for UCSC students.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Collect students’ degree status, preferences, and scheduling constraints.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Generate personalized and adjustable quarter schedules.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Provide a clear calendar that can eventually be exported to external calendar apps.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>
            <p:ph type="title"/>
          </p:nvPr>
        </p:nvSpPr>
        <p:spPr>
          <a:xfrm>
            <a:off x="533400" y="2009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Sprint 1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User Stories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First-time users are greeted with an onboarding questionnaire.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Users can preview a calendar before finalizing a schedule.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All main interface buttons and navigation should be functional.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Optional onboarding questions can be skipped and completed later.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Infrastructure Tasks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Set up the React + Vite + Tailwind frontend.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Set up the FastAPI backend and SQLite database.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Implement authentication and user-session handling.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Persist user profile and onboarding progress.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Spikes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Explore authentication approach and session-token design.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Explore database structure for local user data.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 txBox="1"/>
          <p:nvPr>
            <p:ph type="title"/>
          </p:nvPr>
        </p:nvSpPr>
        <p:spPr>
          <a:xfrm>
            <a:off x="6096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Sprint 2</a:t>
            </a:r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User Stories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Coherent agent responses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First-time user greeting and guidance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Persistent user memory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Explainable recommendations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Agent API integration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Persistent profile/conversation state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Initial agent service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Spikes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Agent framework and memory design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Recommendation explanation strategy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 txBox="1"/>
          <p:nvPr>
            <p:ph type="title"/>
          </p:nvPr>
        </p:nvSpPr>
        <p:spPr>
          <a:xfrm>
            <a:off x="489857" y="6029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Sprint 3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User Stories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Update preferences without restarting the conversation.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Receive alternatives when a plan feels too demanding.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See the impact of dropping a course.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Detect infeasible plans when constraints conflict.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Find the shortest prerequisite path to a target course.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Receive justifiable agent responses.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Add schedule-adjustment and constraint-handling logic.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Integrate prerequisite and dependency data.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Support dynamic plan updates based on user changes.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Spikes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Explore conflict-resolution strategies.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Explore prerequisite-path generation.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 txBox="1"/>
          <p:nvPr>
            <p:ph type="title"/>
          </p:nvPr>
        </p:nvSpPr>
        <p:spPr>
          <a:xfrm>
            <a:off x="489857" y="6029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Sprint 4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User Stories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Make the calendar format clear and user-friendly.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Improve the visual design of the interface.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Add all-day deadline events with reminders.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Add calendar export support.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Finalize UI integration and end-to-end flow.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Fix integration issues and prepare the final demo.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Spikes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Explore calendar export and reminder behavior.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Evaluate final usability improvements.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 txBox="1"/>
          <p:nvPr>
            <p:ph type="title"/>
          </p:nvPr>
        </p:nvSpPr>
        <p:spPr>
          <a:xfrm>
            <a:off x="-105200" y="76275"/>
            <a:ext cx="8229600" cy="11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788920" y="1554480"/>
            <a:ext cx="2331720" cy="822960"/>
          </a:xfrm>
          <a:prstGeom prst="rect">
            <a:avLst/>
          </a:prstGeom>
          <a:noFill/>
          <a:ln cap="flat" cmpd="sng" w="15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React.js + Vite + Tailwind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 / Onboarding / Calendar Preview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2788920" y="3035808"/>
            <a:ext cx="2331720" cy="822960"/>
          </a:xfrm>
          <a:prstGeom prst="rect">
            <a:avLst/>
          </a:prstGeom>
          <a:noFill/>
          <a:ln cap="flat" cmpd="sng" w="15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Node.js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/ Profile / Progress / Validation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2788920" y="4517136"/>
            <a:ext cx="2331720" cy="822960"/>
          </a:xfrm>
          <a:prstGeom prst="rect">
            <a:avLst/>
          </a:prstGeom>
          <a:noFill/>
          <a:ln cap="flat" cmpd="sng" w="15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/ Sessions / Onboarding Progress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3817620" y="239572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5166360" y="24323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API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3817620" y="387705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533395" y="5634193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1: Local-first; agent and external APIs are out of scope.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Technologies</a:t>
            </a:r>
            <a:endParaRPr/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.js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Vite, Tailwind</a:t>
            </a:r>
            <a:endParaRPr b="0" i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Python,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Pydantic</a:t>
            </a:r>
            <a:endParaRPr b="0" i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SQLite, SQLAlchemy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Password hashing and session tokens</a:t>
            </a:r>
            <a:endParaRPr b="0" i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pytest, Vitest</a:t>
            </a:r>
            <a:endParaRPr b="0" i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Later Sprint: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LangGraph agent integration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 txBox="1"/>
          <p:nvPr>
            <p:ph type="title"/>
          </p:nvPr>
        </p:nvSpPr>
        <p:spPr>
          <a:xfrm>
            <a:off x="609600" y="10383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Challenges/Risks</a:t>
            </a:r>
            <a:endParaRPr/>
          </a:p>
        </p:txBody>
      </p:sp>
      <p:sp>
        <p:nvSpPr>
          <p:cNvPr id="165" name="Google Shape;165;p10"/>
          <p:cNvSpPr txBox="1"/>
          <p:nvPr>
            <p:ph idx="1" type="body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complexity — </a:t>
            </a: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features across four sprints may lead to scope creep.</a:t>
            </a:r>
            <a:endParaRPr b="0" i="0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reliability — </a:t>
            </a: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 must be coherent and justifiable.</a:t>
            </a:r>
            <a:endParaRPr b="0" i="0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accuracy — </a:t>
            </a: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Incorrect course or prerequisite data can lead to poor schedules.</a:t>
            </a:r>
            <a:endParaRPr b="0" i="0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risk — </a:t>
            </a: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Frontend, backend, database, and future agent components must work together.</a:t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1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Minimum Viable Product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(MVP)</a:t>
            </a:r>
            <a:endParaRPr/>
          </a:p>
        </p:txBody>
      </p:sp>
      <p:sp>
        <p:nvSpPr>
          <p:cNvPr id="173" name="Google Shape;173;p11"/>
          <p:cNvSpPr txBox="1"/>
          <p:nvPr>
            <p:ph idx="1" type="body"/>
          </p:nvPr>
        </p:nvSpPr>
        <p:spPr>
          <a:xfrm>
            <a:off x="457200" y="1601924"/>
            <a:ext cx="82296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successful MVP allows a UCSC student to create a profile, enter basic preferences, receive a schedule recommendation, and preview the result.</a:t>
            </a:r>
            <a:endParaRPr b="0" i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functionality includes: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signup and login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Onboarding questionnaire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Saved user preferences and progress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Calendar preview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Coherent schedule recommendation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0" i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Ability to adjust preferences</a:t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2008-09-30T23:31:36Z</dcterms:created>
  <dc:creator>drecept</dc:creator>
</cp:coreProperties>
</file>